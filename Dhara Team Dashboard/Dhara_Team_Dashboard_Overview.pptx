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3B82F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754880"/>
            <a:ext cx="2926080" cy="292608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LENOVO  ·  DHARA TEAM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Dhara Team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shared, always-up-to-date web app to run the team: projects, budgets, people, weekly review — and who’s allowed 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1851660" cy="457200"/>
          </a:xfrm>
          <a:prstGeom prst="roundRect">
            <a:avLst>
              <a:gd name="adj" fmla="val 50000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Login-protected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03220" y="3017520"/>
            <a:ext cx="1659636" cy="457200"/>
          </a:xfrm>
          <a:prstGeom prst="roundRect">
            <a:avLst>
              <a:gd name="adj" fmla="val 50000"/>
            </a:avLst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3220" y="3017520"/>
            <a:ext cx="1659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&amp; shared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91456" y="3017520"/>
            <a:ext cx="1659636" cy="457200"/>
          </a:xfrm>
          <a:prstGeom prst="roundRect">
            <a:avLst>
              <a:gd name="adj" fmla="val 50000"/>
            </a:avLst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3017520"/>
            <a:ext cx="1659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in China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WHAT’S INSIDE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21031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06240"/>
            <a:ext cx="2103120" cy="822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4462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7552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87552" y="5285232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cards &amp; charts that update themselves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35808" y="4206240"/>
            <a:ext cx="21031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5808" y="4206240"/>
            <a:ext cx="2103120" cy="82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4462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200400" y="5285232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Add, edit, filter, search &amp; export to Excel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48656" y="4206240"/>
            <a:ext cx="21031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48656" y="4206240"/>
            <a:ext cx="2103120" cy="822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5413248" y="4462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13248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People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413248" y="5285232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roster, email &amp; DT Focal for projects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61504" y="4206240"/>
            <a:ext cx="21031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61504" y="4206240"/>
            <a:ext cx="2103120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2" name="Text 30"/>
          <p:cNvSpPr/>
          <p:nvPr/>
        </p:nvSpPr>
        <p:spPr>
          <a:xfrm>
            <a:off x="7626096" y="4462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626096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BMS Review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626096" y="5285232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meeting view with inline edits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674352" y="4206240"/>
            <a:ext cx="21031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74352" y="4206240"/>
            <a:ext cx="2103120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9838944" y="4462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838944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Whitelist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9838944" y="5285232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allow-list that controls sign-in access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Dhara Team Dashboard  ·  Project summary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3B82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WHAT’S NEW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a Streamlit + Excel dashboard to a living web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82296" cy="2377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29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 ·  Streamlit + Excel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542032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reads a static Excel / CSV file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Mostly view-only — edits live in the spreadsheet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means re-uploading or re-running a file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login, no sharing, no live sync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82296" cy="2377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29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AFTER  ·  Dhara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542032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current — data &amp; charts stay live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collaboration with inline edits in one app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in any browser, anywhere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Login-protected and safe by default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10652760" cy="1417320"/>
          </a:xfrm>
          <a:prstGeom prst="rect">
            <a:avLst/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773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ACCESS CONTROL NOW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510235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whitelist of approved emails decides who may sign in. Listed members can create their own account; anyone off the list is blocked — no more fragile manual invite links.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Dhara Team Dashboard  ·  Project summary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3B82F6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IT’S BUILT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 ·  Storage  ·  Security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456432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3456432" cy="82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22402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27632" y="22677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2416" y="2862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fast front-end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42416" y="3337560"/>
            <a:ext cx="303580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Vite + Tailwind + Recharts UI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Served from GitHub Pages — loads fast in China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16552" y="1965960"/>
            <a:ext cx="3456432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1965960"/>
            <a:ext cx="3456432" cy="8229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7720" y="224028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21224" y="22677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STORAGE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6008" y="2862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cloud database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36008" y="3337560"/>
            <a:ext cx="303580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(PostgreSQL), Asia-Pacific region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Projects, people &amp; budgets in organised tables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browser stays in sync in real time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0144" y="1965960"/>
            <a:ext cx="3456432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10144" y="1965960"/>
            <a:ext cx="3456432" cy="8229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8211312" y="22402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8211312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14816" y="22677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0" y="2862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Locked to the team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0" y="3337560"/>
            <a:ext cx="303580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+ password login; only whitelisted emails may sign up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Row-Level Security — anonymous &amp; off-list users blocked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ships a public, read-limited key only; admin key &amp; DB password live in a private .env, never in Git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Dhara Team Dashboard  ·  Project summary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Dhara Team Dashboard - Project Summary</dc:title>
  <dc:subject>PptxGenJS Presentation</dc:subject>
  <dc:creator>Zoe Wang</dc:creator>
  <cp:lastModifiedBy>Zoe Wang</cp:lastModifiedBy>
  <cp:revision>1</cp:revision>
  <dcterms:created xsi:type="dcterms:W3CDTF">2026-08-05T13:00:41Z</dcterms:created>
  <dcterms:modified xsi:type="dcterms:W3CDTF">2026-08-05T13:00:41Z</dcterms:modified>
</cp:coreProperties>
</file>