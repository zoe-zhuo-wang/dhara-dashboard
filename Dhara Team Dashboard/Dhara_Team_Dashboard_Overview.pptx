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75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7673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06640" y="-1097280"/>
            <a:ext cx="2926080" cy="2926080"/>
          </a:xfrm>
          <a:prstGeom prst="ellipse">
            <a:avLst/>
          </a:prstGeom>
          <a:solidFill>
            <a:srgbClr val="2E3A86">
              <a:alpha val="7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-1280160" y="3840480"/>
            <a:ext cx="2377440" cy="2377440"/>
          </a:xfrm>
          <a:prstGeom prst="ellipse">
            <a:avLst/>
          </a:prstGeom>
          <a:solidFill>
            <a:srgbClr val="214C9B">
              <a:alpha val="4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EA5E9"/>
                </a:solidFill>
              </a:rPr>
              <a:t>LENOVO  ·  DHARA 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Dhara Team Dashboard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</a:rPr>
              <a:t>A shared, always-up-to-date web app to run the team: </a:t>
            </a:r>
            <a:r>
              <a:rPr lang="en-US" sz="1600" i="1" dirty="0">
                <a:solidFill>
                  <a:srgbClr val="CADCFC"/>
                </a:solidFill>
              </a:rPr>
              <a:t>projects, budgets, people and the weekly review.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828800" cy="402336"/>
          </a:xfrm>
          <a:prstGeom prst="roundRect">
            <a:avLst>
              <a:gd name="adj" fmla="val 27273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694944" y="2487168"/>
            <a:ext cx="219456" cy="219456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94944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239572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Login-protected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05456" y="2395728"/>
            <a:ext cx="1828800" cy="402336"/>
          </a:xfrm>
          <a:prstGeom prst="roundRect">
            <a:avLst>
              <a:gd name="adj" fmla="val 27273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2651760" y="2487168"/>
            <a:ext cx="219456" cy="21945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2651760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62656" y="239572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Live &amp; shared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62272" y="2395728"/>
            <a:ext cx="1828800" cy="402336"/>
          </a:xfrm>
          <a:prstGeom prst="roundRect">
            <a:avLst>
              <a:gd name="adj" fmla="val 27273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4608576" y="2487168"/>
            <a:ext cx="219456" cy="21945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608576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19472" y="239572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Fast in China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7991856" cy="18288"/>
          </a:xfrm>
          <a:prstGeom prst="rect">
            <a:avLst/>
          </a:prstGeom>
          <a:solidFill>
            <a:srgbClr val="2E3A8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48640" y="2999232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548640" y="2999232"/>
            <a:ext cx="64008" cy="1417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94944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E9"/>
                </a:solidFill>
              </a:rPr>
              <a:t>01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Dashboard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94944" y="3803904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KPI cards + charts that update themselves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78608" y="2999232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2578608" y="2999232"/>
            <a:ext cx="64008" cy="14173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2724912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E9"/>
                </a:solidFill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24912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Projects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2724912" y="3803904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Add, edit, filter, search &amp; export to Excel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08576" y="2999232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608576" y="2999232"/>
            <a:ext cx="64008" cy="1417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75488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E9"/>
                </a:solidFill>
              </a:rPr>
              <a:t>03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54880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People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4754880" y="3803904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Team roster, email &amp; DT Focal for projects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638544" y="2999232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242F70"/>
          </a:solidFill>
          <a:ln w="9525">
            <a:solidFill>
              <a:srgbClr val="3B4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638544" y="2999232"/>
            <a:ext cx="64008" cy="1417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784848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E9"/>
                </a:solidFill>
              </a:rPr>
              <a:t>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84848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BMS Review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784848" y="3803904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</a:rPr>
              <a:t>Weekly meeting view with inline edits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Dhara Team Dashboard  ·  Project summary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595360" y="4709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D9488"/>
                </a:solidFill>
              </a:rPr>
              <a:t>WHAT'S NEW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</a:rPr>
              <a:t>From a Streamlit + Excel dashboard to a living web app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06606"/>
            <a:ext cx="3913632" cy="2497881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06607"/>
            <a:ext cx="3913632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22960" y="1662639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Before  ·  Streamlit + Excel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183847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Streamlit dashboard reading from an Excel / CSV file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Mostly view-only — edits lived in the spreadsheet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Refresh meant re-uploading or re-running the file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No login, no sharing, no live sync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81728" y="1406606"/>
            <a:ext cx="3913632" cy="2497881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4681728" y="1406607"/>
            <a:ext cx="3913632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956048" y="1662639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After  ·  Dhara Dashboard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84648" y="2183847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[object Object],[object Object]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[object Object],[object Object]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[object Object],[object Object]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[object Object],[object Object]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33672" y="2275287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233672" y="227528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19019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76656" y="4187952"/>
            <a:ext cx="237744" cy="23774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76656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5840" y="4041648"/>
            <a:ext cx="1353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</a:rPr>
              <a:t>Always current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96896" y="4041648"/>
            <a:ext cx="19019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2724912" y="418795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2724912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54096" y="4041648"/>
            <a:ext cx="1353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</a:rPr>
              <a:t>Team collaboration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45152" y="4041648"/>
            <a:ext cx="19019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4773168" y="4187952"/>
            <a:ext cx="237744" cy="23774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4773168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02352" y="4041648"/>
            <a:ext cx="1353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</a:rPr>
              <a:t>Any browser, anywhere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93408" y="4041648"/>
            <a:ext cx="19019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6821424" y="4187952"/>
            <a:ext cx="237744" cy="23774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821424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50608" y="4041648"/>
            <a:ext cx="1353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</a:rPr>
              <a:t>Login-protected &amp; safe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Dhara Team Dashboard  ·  Project summary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595360" y="4709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2563EB"/>
                </a:solidFill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</a:rPr>
              <a:t>How it's built  ·  where data lives  ·  what keeps it safe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78608" cy="320699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04672" y="18288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04672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Build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Modern, fast front-end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React 19 + Vite + Tailwind + Recharts UI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Supabase backend (PostgreSQL + Auth)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Served from GitHub Pages — loads fast in China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1554480"/>
            <a:ext cx="2578608" cy="320699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538728" y="1828800"/>
            <a:ext cx="566928" cy="5669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538728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242816" y="18288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Storage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5701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</a:rPr>
              <a:t>Live cloud database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57016" y="292608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Supabase Postgres, Asia-Pacific region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Projects, people &amp; budgets in organised tables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Every browser stays in sync in real time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16751" y="1554480"/>
            <a:ext cx="2818329" cy="320699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6272784" y="1828800"/>
            <a:ext cx="566928" cy="5669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272784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76872" y="18288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Security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2910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B981"/>
                </a:solidFill>
              </a:rPr>
              <a:t>Locked to the team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91071" y="2926080"/>
            <a:ext cx="238337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Email + password login · invite-only, 8-char min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Row-Level Security — only signed-in members, anonymous blocked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4748B"/>
                </a:solidFill>
              </a:rPr>
              <a:t>App only ships a public, read-limited key; the admin key &amp; DB password stay in a private .env, never committed to Git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Dhara Team Dashboard  ·  Project summary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595360" y="4709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全屏显示(16:9)</PresentationFormat>
  <Paragraphs>71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Dhara Team Dashboard</dc:title>
  <dc:subject>PptxGenJS Presentation</dc:subject>
  <dc:creator>Zoe (Lenovo)</dc:creator>
  <cp:lastModifiedBy>Zoe Zhuo18 Wang</cp:lastModifiedBy>
  <cp:revision>2</cp:revision>
  <dcterms:created xsi:type="dcterms:W3CDTF">2026-08-05T03:19:52Z</dcterms:created>
  <dcterms:modified xsi:type="dcterms:W3CDTF">2026-08-05T03:24:07Z</dcterms:modified>
</cp:coreProperties>
</file>